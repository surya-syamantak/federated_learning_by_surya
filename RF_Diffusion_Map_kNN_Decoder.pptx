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881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92D4B"/>
                </a:solidFill>
                <a:latin typeface="Aptos Display"/>
              </a:rPr>
              <a:t>Random Forest Kernel → Diffusion Map → k-NN Decoder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96E78"/>
                </a:solidFill>
                <a:latin typeface="Aptos"/>
              </a:rPr>
              <a:t>Mathematical pipeline for low-dimensional encoding and reconstruction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10332720" cy="91440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92D4B"/>
                </a:solidFill>
                <a:latin typeface="Cambria Math"/>
              </a:rPr>
              <a:t>x  →  Random Forest  →  Kᴿᶠ  →  Spectral Decomposition  →  z  →  k-NN Decoder  →  x̂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1.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From a high-dimensional input space to a compact latent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37760" cy="73152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192D4B"/>
                </a:solidFill>
                <a:latin typeface="Cambria Math"/>
              </a:rPr>
              <a:t>D = {(xᵢ, yᵢ)}ᵢ₌₁ⁿ,    xᵢ ∈ ℝᵈˣ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212080" cy="73152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192D4B"/>
                </a:solidFill>
                <a:latin typeface="Cambria Math"/>
              </a:rPr>
              <a:t>g : 𝓧 → 𝓩,    zᵢ = g(xᵢ),    d_z ≪ d_x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4937760" cy="192024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Goal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Construct a compact representation that preserves the structural relationships learned by the Random Forest.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23160"/>
            <a:ext cx="5212080" cy="1920240"/>
          </a:xfrm>
          <a:prstGeom prst="roundRect">
            <a:avLst/>
          </a:prstGeom>
          <a:solidFill>
            <a:srgbClr val="E5F4E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Core difficulty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After compression, the decoder receives z₀ rather than the original x₀. It must use learned neighbourhood structure to reconstruct x̂₀.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10241280" cy="10972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328"/>
                </a:solidFill>
                <a:latin typeface="Aptos"/>
              </a:defRPr>
            </a:pPr>
            <a:r>
              <a:t>The RF is used as a similarity-learning mechanism, not only as a predictor.</a:t>
            </a:r>
          </a:p>
          <a:p>
            <a:pPr>
              <a:spcAft>
                <a:spcPts val="800"/>
              </a:spcAft>
              <a:defRPr sz="1600" b="0">
                <a:solidFill>
                  <a:srgbClr val="232328"/>
                </a:solidFill>
                <a:latin typeface="Aptos"/>
              </a:defRPr>
            </a:pPr>
            <a:r>
              <a:t>The resulting similarity matrix becomes the basis for a graph and spectral embedding.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2. Tree-Level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Each decision tree defines a structural similarity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>
                <a:solidFill>
                  <a:srgbClr val="192D4B"/>
                </a:solidFill>
                <a:latin typeface="Cambria Math"/>
              </a:rPr>
              <a:t>K⁽ᵇ⁾(x, x′) = 1  if x and x′ fall in the same leaf;   0 otherwise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143000" cy="5943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743200"/>
            <a:ext cx="1143000" cy="5943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x′</a:t>
            </a:r>
          </a:p>
        </p:txBody>
      </p:sp>
      <p:sp>
        <p:nvSpPr>
          <p:cNvPr id="8" name="Diamond 7"/>
          <p:cNvSpPr/>
          <p:nvPr/>
        </p:nvSpPr>
        <p:spPr>
          <a:xfrm>
            <a:off x="4663440" y="2011680"/>
            <a:ext cx="1417320" cy="914400"/>
          </a:xfrm>
          <a:prstGeom prst="diamond">
            <a:avLst/>
          </a:prstGeom>
          <a:solidFill>
            <a:srgbClr val="FAEFE0"/>
          </a:solidFill>
          <a:ln>
            <a:solidFill>
              <a:srgbClr val="CD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Feature</a:t>
            </a:r>
          </a:p>
          <a:p>
            <a:r>
              <a:t>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3886200"/>
            <a:ext cx="1508760" cy="64008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Leaf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886200"/>
            <a:ext cx="1508760" cy="64008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Leaf B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2514600"/>
            <a:ext cx="2560320" cy="50292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657600" y="2514600"/>
            <a:ext cx="1005840" cy="50292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480560" y="2926080"/>
            <a:ext cx="868680" cy="91440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49240" y="2926080"/>
            <a:ext cx="960120" cy="91440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2148840"/>
            <a:ext cx="3657600" cy="196596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Interpretation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If two observations reach the same leaf, the tree considers them structurally similar.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343400"/>
            <a:ext cx="3657600" cy="1325880"/>
          </a:xfrm>
          <a:prstGeom prst="roundRect">
            <a:avLst/>
          </a:prstGeom>
          <a:solidFill>
            <a:srgbClr val="E5F4E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Across B trees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Repeatedly sharing leaves across many trees gives a robust RF-level similarity.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3. Random Forest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Aggregate tree similarities and normalize by leaf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81360" cy="91440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>
                <a:solidFill>
                  <a:srgbClr val="192D4B"/>
                </a:solidFill>
                <a:latin typeface="Cambria Math"/>
              </a:rPr>
              <a:t>Kᴿᶠ(x,x′) = (1/B) Σᵦ  K⁽ᵇ⁾(x,x′) / Σᵢ K⁽ᵇ⁾(x,xᵢ)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182880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Numerator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K⁽ᵇ⁾(x,x′) indicates whether x and x′ share a leaf in tree 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383280" cy="1828800"/>
          </a:xfrm>
          <a:prstGeom prst="roundRect">
            <a:avLst/>
          </a:prstGeom>
          <a:solidFill>
            <a:srgbClr val="FAEFE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Denominator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Σᵢ K⁽ᵇ⁾(x,xᵢ) counts the training observations in x's leaf. Large leaves are therefore down-weighted.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383280" cy="1828800"/>
          </a:xfrm>
          <a:prstGeom prst="roundRect">
            <a:avLst/>
          </a:prstGeom>
          <a:solidFill>
            <a:srgbClr val="E5F4E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Forest average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Averaging over B trees makes the similarity more stable than relying on one tree.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424160" cy="1005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328"/>
                </a:solidFill>
                <a:latin typeface="Aptos"/>
              </a:defRPr>
            </a:pPr>
            <a:r>
              <a:t>Example: if x and x′ share a leaf in 90 of 100 trees, their raw forest co-occurrence is 0.90.</a:t>
            </a:r>
          </a:p>
          <a:p>
            <a:pPr>
              <a:spcAft>
                <a:spcPts val="800"/>
              </a:spcAft>
              <a:defRPr sz="1600" b="0">
                <a:solidFill>
                  <a:srgbClr val="232328"/>
                </a:solidFill>
                <a:latin typeface="Aptos"/>
              </a:defRPr>
            </a:pPr>
            <a:r>
              <a:t>The normalized kernel additionally accounts for how specific those shared leaves 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4. RF as Kernel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The Random Forest prediction can be written using the RF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77724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>
                <a:solidFill>
                  <a:srgbClr val="192D4B"/>
                </a:solidFill>
                <a:latin typeface="Cambria Math"/>
              </a:rPr>
              <a:t>T_b(x) = Σᵢ [ K⁽ᵇ⁾(x,xᵢ) / Σⱼ K⁽ᵇ⁾(x,xⱼ) ] yᵢ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698480" cy="777240"/>
          </a:xfrm>
          <a:prstGeom prst="roundRect">
            <a:avLst/>
          </a:prstGeom>
          <a:solidFill>
            <a:srgbClr val="E5F4E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2D7D55"/>
                </a:solidFill>
                <a:latin typeface="Cambria Math"/>
              </a:rPr>
              <a:t>h_n(x) = (1/B) Σᵦ T_b(x) = Σᵢ Kᴿᶠ(x,xᵢ) yᵢ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241280" cy="23774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A regression tree predicts using the average response of observations in the same leaf.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The RF averages these leaf-wise predictions across trees.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After rearranging terms, the prediction has the form of kernel regression.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This gives a mathematical interpretation of the RF kernel: it encodes how strongly each training observation contributes to a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5. Kernel Matrix → Weighted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The RF similarity becomes a graph over the training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120640" cy="73152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192D4B"/>
                </a:solidFill>
                <a:latin typeface="Cambria Math"/>
              </a:rPr>
              <a:t>K = [Kᵢⱼ] ∈ ℝⁿˣⁿ,    Kᵢⱼ = Kᴿᶠ(xᵢ,xⱼ)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4389120" cy="73152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192D4B"/>
                </a:solidFill>
                <a:latin typeface="Cambria Math"/>
              </a:rPr>
              <a:t>G = (V, E, K)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743200"/>
            <a:ext cx="1828800" cy="109728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2286000"/>
            <a:ext cx="3200400" cy="45720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2743200"/>
            <a:ext cx="914400" cy="210312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2743200"/>
            <a:ext cx="4114800" cy="164592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657600" y="2286000"/>
            <a:ext cx="1371600" cy="155448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743200" y="3840480"/>
            <a:ext cx="914400" cy="100584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3840480"/>
            <a:ext cx="2286000" cy="54864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743200" y="2286000"/>
            <a:ext cx="2286000" cy="256032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286000"/>
            <a:ext cx="914400" cy="210312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43200" y="4389120"/>
            <a:ext cx="3200400" cy="457200"/>
          </a:xfrm>
          <a:prstGeom prst="line">
            <a:avLst/>
          </a:prstGeom>
          <a:ln w="16510">
            <a:solidFill>
              <a:srgbClr val="BE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54480" y="2468880"/>
            <a:ext cx="548640" cy="548640"/>
          </a:xfrm>
          <a:prstGeom prst="ellipse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x₁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0" y="3566160"/>
            <a:ext cx="548640" cy="548640"/>
          </a:xfrm>
          <a:prstGeom prst="ellipse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x₂</a:t>
            </a:r>
          </a:p>
        </p:txBody>
      </p:sp>
      <p:sp>
        <p:nvSpPr>
          <p:cNvPr id="19" name="Oval 18"/>
          <p:cNvSpPr/>
          <p:nvPr/>
        </p:nvSpPr>
        <p:spPr>
          <a:xfrm>
            <a:off x="4754880" y="2011680"/>
            <a:ext cx="548640" cy="548640"/>
          </a:xfrm>
          <a:prstGeom prst="ellipse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x₃</a:t>
            </a:r>
          </a:p>
        </p:txBody>
      </p:sp>
      <p:sp>
        <p:nvSpPr>
          <p:cNvPr id="20" name="Oval 19"/>
          <p:cNvSpPr/>
          <p:nvPr/>
        </p:nvSpPr>
        <p:spPr>
          <a:xfrm>
            <a:off x="2468880" y="4572000"/>
            <a:ext cx="548640" cy="548640"/>
          </a:xfrm>
          <a:prstGeom prst="ellipse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x₄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0" y="4114800"/>
            <a:ext cx="548640" cy="548640"/>
          </a:xfrm>
          <a:prstGeom prst="ellipse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x₅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514600"/>
            <a:ext cx="3657600" cy="155448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Edge weight Kᵢⱼ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Large Kᵢⱼ → samples are strongly connected. Small Kᵢⱼ → weak connection.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343400"/>
            <a:ext cx="3657600" cy="1371600"/>
          </a:xfrm>
          <a:prstGeom prst="roundRect">
            <a:avLst/>
          </a:prstGeom>
          <a:solidFill>
            <a:srgbClr val="E5F4E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Kernel structure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The notes use K as a positive-semidefinite, doubly-stochastic matrix, giving a useful spectral structure.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6. Spectral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Extract the dominant directions of the RF similarity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3840480" cy="77724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192D4B"/>
                </a:solidFill>
                <a:latin typeface="Cambria Math"/>
              </a:rPr>
              <a:t>K V = V 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234440"/>
            <a:ext cx="6400800" cy="77724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92D4B"/>
                </a:solidFill>
                <a:latin typeface="Cambria Math"/>
              </a:rPr>
              <a:t>V = [v₀, v₁, …, vₙ₋₁],   Λ = diag(λ₀, λ₁, …, λₙ₋₁)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241280" cy="2148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Each eigenvector vⱼ describes a coherent direction/coordinate of the graph geometry.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Each eigenvalue λⱼ measures the strength of that spectral component.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Because K is PSD: λⱼ ≥ 0.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Because K is doubly stochastic: λ₀ = 1 and 1 = λ₀ ≥ λ₁ ≥ … 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10241280" cy="96012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Why keep only a few eigenvectors?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The leading components capture the dominant structure while allowing d_z to be much smaller than d_x.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7. Why Eigenvectors?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The spectral embedding minimizes distances between RF-similar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>
                <a:solidFill>
                  <a:srgbClr val="192D4B"/>
                </a:solidFill>
                <a:latin typeface="Cambria Math"/>
              </a:rPr>
              <a:t>min_V  Σᵢⱼ Kᵢⱼ ||vᵢ − vⱼ||²    subject to    VᵀV =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515600" cy="2514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If Kᵢⱼ is large, the objective strongly penalizes placing vᵢ and vⱼ far apart.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If Kᵢⱼ ≈ 0, there is little pressure to keep the two latent points close.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The constraint VᵀV = I prevents the trivial solution in which every embedding collapses to zero.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The solution is obtained from the relevant eigenvectors of K (equivalently, the low-frequency eigenvectors of the associated graph Laplacian).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303520"/>
            <a:ext cx="8503920" cy="731520"/>
          </a:xfrm>
          <a:prstGeom prst="roundRect">
            <a:avLst/>
          </a:prstGeom>
          <a:solidFill>
            <a:srgbClr val="E5F4E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2D7D55"/>
                </a:solidFill>
                <a:latin typeface="Cambria Math"/>
              </a:rPr>
              <a:t>L = I − K    ⇒    L vⱼ = (1 − λⱼ) vⱼ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8. Diffusion-Map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Convert the spectral information into a compact latent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365760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192D4B"/>
                </a:solidFill>
                <a:latin typeface="Cambria Math"/>
              </a:rPr>
              <a:t>Z = √n V Λᵗ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40080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>
                <a:solidFill>
                  <a:srgbClr val="192D4B"/>
                </a:solidFill>
                <a:latin typeface="Cambria Math"/>
              </a:rPr>
              <a:t>zᵢ = √n [ v₁(i)λ₁ᵗ,  v₂(i)λ₂ᵗ, …, v_dz(i)λ_dzᵗ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5120640" cy="201168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Diffusion time t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The factor λⱼᵗ controls how strongly each spectral component contributes. Components with smaller λⱼ decay faster as t increases.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029200" cy="2011680"/>
          </a:xfrm>
          <a:prstGeom prst="roundRect">
            <a:avLst/>
          </a:prstGeom>
          <a:solidFill>
            <a:srgbClr val="E5F4E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Compression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Keeping only d_z components produces a low-dimensional representation while retaining the geometry learned from the RF.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241280" cy="914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Result: each original sample xᵢ becomes a latent point zᵢ.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This latent space is used by the decoder to identify structurally similar training observations.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9. k-NN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Reconstruct x₀ from its location z₀ in the latent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34440"/>
            <a:ext cx="8503920" cy="77724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192D4B"/>
                </a:solidFill>
                <a:latin typeface="Cambria Math"/>
              </a:rPr>
              <a:t>z₀ ∈ ℝᵈᶻ  →  estimate  x̂₀ ∈ ℝᵈˣ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645920" cy="109728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8"/>
                </a:solidFill>
                <a:latin typeface="Aptos"/>
              </a:rPr>
              <a:t>Query z₀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743200"/>
            <a:ext cx="1645920" cy="109728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8"/>
                </a:solidFill>
                <a:latin typeface="Aptos"/>
              </a:rPr>
              <a:t>Find k nearest
latent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743200"/>
            <a:ext cx="1645920" cy="1097280"/>
          </a:xfrm>
          <a:prstGeom prst="roundRect">
            <a:avLst/>
          </a:prstGeom>
          <a:solidFill>
            <a:srgbClr val="FAEFE0"/>
          </a:solidFill>
          <a:ln>
            <a:solidFill>
              <a:srgbClr val="CD7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8"/>
                </a:solidFill>
                <a:latin typeface="Aptos"/>
              </a:rPr>
              <a:t>Retrieve RF-
compatible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43200"/>
            <a:ext cx="1645920" cy="109728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8"/>
                </a:solidFill>
                <a:latin typeface="Aptos"/>
              </a:rPr>
              <a:t>Weight neighbours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743200"/>
            <a:ext cx="1645920" cy="109728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328"/>
                </a:solidFill>
                <a:latin typeface="Aptos"/>
              </a:rPr>
              <a:t>Reconstruct x̂₀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291840"/>
            <a:ext cx="411480" cy="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3291840"/>
            <a:ext cx="411480" cy="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291840"/>
            <a:ext cx="411479" cy="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3291840"/>
            <a:ext cx="411480" cy="0"/>
          </a:xfrm>
          <a:prstGeom prst="line">
            <a:avLst/>
          </a:prstGeom>
          <a:ln w="27940">
            <a:solidFill>
              <a:srgbClr val="32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663440"/>
            <a:ext cx="10149840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Key point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Neighbourhoods are searched in diffusion/latent space, not by ordinary distance in the original feature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10. Find k Nearest Neighbours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Use diffusion distance to identify the structurally closest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486400" cy="2926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Given a query z₀, find indices i₁, i₂, …, i_k corresponding to the k closest training points in latent space.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Formally: 𝒦 = {i₁, …, i_k}.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Small diffusion distance means the RF/diffusion representation regards the observations as structurally similar.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This is preferable to blindly using raw Euclidean distance in x-space because the latent geometry was learned from RF similarity.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389120" cy="73152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>
                <a:solidFill>
                  <a:srgbClr val="192D4B"/>
                </a:solidFill>
                <a:latin typeface="Cambria Math"/>
              </a:rPr>
              <a:t>𝒦 = k-NN(z₀; {zᵢ})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43200"/>
            <a:ext cx="4754880" cy="2103120"/>
          </a:xfrm>
          <a:prstGeom prst="roundRect">
            <a:avLst/>
          </a:prstGeom>
          <a:solidFill>
            <a:srgbClr val="E1EE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92D4B"/>
                </a:solidFill>
                <a:latin typeface="Aptos"/>
              </a:rPr>
              <a:t>Real-life analogy</a:t>
            </a:r>
          </a:p>
          <a:p>
            <a:r>
              <a:rPr sz="1600">
                <a:solidFill>
                  <a:srgbClr val="232328"/>
                </a:solidFill>
                <a:latin typeface="Aptos"/>
              </a:rPr>
              <a:t>If a new student has a latent profile close to five known students, those five students provide the most useful examples for reconstructing the unknown student's features.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11. RF-Compatible Region &amp; Weighted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Use each neighbour's tree decisions to constrain the reconstructed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3840480" cy="777240"/>
          </a:xfrm>
          <a:prstGeom prst="roundRect">
            <a:avLst/>
          </a:prstGeom>
          <a:solidFill>
            <a:srgbClr val="FAEFE0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solidFill>
                  <a:srgbClr val="CD7823"/>
                </a:solidFill>
                <a:latin typeface="Cambria Math"/>
              </a:rPr>
              <a:t>Rᵢ = ⋂ᵦ Rᵢ⁽ᵇ⁾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188720"/>
            <a:ext cx="6400800" cy="777240"/>
          </a:xfrm>
          <a:prstGeom prst="roundRect">
            <a:avLst/>
          </a:prstGeom>
          <a:solidFill>
            <a:srgbClr val="E5F4E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2D7D55"/>
                </a:solidFill>
                <a:latin typeface="Cambria Math"/>
              </a:rPr>
              <a:t>wᵢ(z₀) ∝ 1 / d_diff(z₀,zᵢ),    Σᵢ∈𝒦 wᵢ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332720" cy="2148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Rᵢ⁽ᵇ⁾ is the leaf region containing neighbour xᵢ in tree b.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Intersecting these regions gives a maximum RF-compatible region Rᵢ.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A synthetic/reconstructed point x̃ᵢ is selected inside the compatible region.</a:t>
            </a:r>
          </a:p>
          <a:p>
            <a:pPr>
              <a:spcAft>
                <a:spcPts val="800"/>
              </a:spcAft>
              <a:defRPr sz="1700" b="0">
                <a:solidFill>
                  <a:srgbClr val="232328"/>
                </a:solidFill>
                <a:latin typeface="Aptos"/>
              </a:defRPr>
            </a:pPr>
            <a:r>
              <a:t>Closer neighbours receive larger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4892040"/>
            <a:ext cx="813816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>
                <a:solidFill>
                  <a:srgbClr val="192D4B"/>
                </a:solidFill>
                <a:latin typeface="Cambria Math"/>
              </a:rPr>
              <a:t>x̂₀ = Σᵢ∈𝒦 wᵢ(z₀) x̃ᵢ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12. Complete Mathematical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From RF leaf structure to latent encoding and back to the original feature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423160" cy="15087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1. Tree kernel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K⁽ᵇ⁾(x,x′)=1 if same leaf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234440"/>
            <a:ext cx="2423160" cy="15087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2. RF kernel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Average + leaf-size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2423160" cy="15087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3. Graph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Kᵢⱼ becomes edge 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234440"/>
            <a:ext cx="2423160" cy="1508760"/>
          </a:xfrm>
          <a:prstGeom prst="roundRect">
            <a:avLst/>
          </a:prstGeom>
          <a:solidFill>
            <a:srgbClr val="E1EEFC"/>
          </a:solidFill>
          <a:ln>
            <a:solidFill>
              <a:srgbClr val="32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4. Spectrum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KV=VΛ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74720"/>
            <a:ext cx="2423160" cy="150876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5. Diffusion map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Z=√nVΛᵗ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474720"/>
            <a:ext cx="2423160" cy="150876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6. k-NN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Find neighbours of z₀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474720"/>
            <a:ext cx="2423160" cy="150876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7. Compatible region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Rᵢ=⋂ᵦRᵢ⁽ᵇ⁾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474720"/>
            <a:ext cx="2423160" cy="1508760"/>
          </a:xfrm>
          <a:prstGeom prst="roundRect">
            <a:avLst/>
          </a:prstGeom>
          <a:solidFill>
            <a:srgbClr val="E5F4EC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2D4B"/>
                </a:solidFill>
                <a:latin typeface="Aptos"/>
              </a:rPr>
              <a:t>8. Reconstruct</a:t>
            </a:r>
          </a:p>
          <a:p>
            <a:pPr algn="ctr"/>
            <a:r>
              <a:rPr sz="1300">
                <a:solidFill>
                  <a:srgbClr val="232328"/>
                </a:solidFill>
                <a:latin typeface="Aptos"/>
              </a:rPr>
              <a:t>x̂₀=Σwᵢx̃ᵢ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806440"/>
            <a:ext cx="10241280" cy="594360"/>
          </a:xfrm>
          <a:prstGeom prst="roundRect">
            <a:avLst/>
          </a:prstGeom>
          <a:solidFill>
            <a:srgbClr val="FAEFE0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>
                <a:solidFill>
                  <a:srgbClr val="CD7823"/>
                </a:solidFill>
                <a:latin typeface="Cambria Math"/>
              </a:rPr>
              <a:t>x  →  Kᴿᶠ  →  K  →  V,Λ  →  z  →  k-NN + RF regions  →  x̂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D4B"/>
                </a:solidFill>
                <a:latin typeface="Aptos Display"/>
              </a:rPr>
              <a:t>13. Main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96E78"/>
                </a:solidFill>
                <a:latin typeface="Aptos"/>
              </a:rPr>
              <a:t>What the handwritten notes are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607040" cy="42062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Random Forest trees provide a natural, model-aware similarity: samples are similar when they repeatedly share leaves.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The normalized RF kernel turns this similarity into a mathematically useful kernel matrix.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The kernel matrix defines a weighted graph whose dominant eigenvectors provide a compact representation.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Diffusion-map encoding preserves the learned geometry while reducing dimensionality.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The k-NN decoder reverses the process approximately: it searches the latent space, uses RF-compatible regions, and forms a distance-weighted reconstruction.</a:t>
            </a:r>
          </a:p>
          <a:p>
            <a:pPr>
              <a:spcAft>
                <a:spcPts val="800"/>
              </a:spcAft>
              <a:defRPr sz="1800" b="0">
                <a:solidFill>
                  <a:srgbClr val="232328"/>
                </a:solidFill>
                <a:latin typeface="Aptos"/>
              </a:defRPr>
            </a:pPr>
            <a:r>
              <a:t>The method therefore links three ideas: Random Forest structure → spectral geometry → local reconstruction.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23560"/>
            <a:ext cx="10241280" cy="685800"/>
          </a:xfrm>
          <a:prstGeom prst="roundRect">
            <a:avLst/>
          </a:prstGeom>
          <a:solidFill>
            <a:srgbClr val="E1EE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192D4B"/>
                </a:solidFill>
                <a:latin typeface="Cambria Math"/>
              </a:rPr>
              <a:t>Central idea:  learn similarity → encode geometry → decode using similar examples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1568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 Kernel, Diffusion Map Encoding and k-NN Decoder</dc:title>
  <dc:subject>Presentation based on the provided handwritten mathematical notes</dc:subject>
  <dc:creator>OpenAI</dc:creator>
  <cp:keywords>Random Forest, RF Kernel, Diffusion Maps, Spectral Decomposition, k-NN Decoder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